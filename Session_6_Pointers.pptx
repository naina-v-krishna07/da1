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-48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F62DCC-37AC-4415-AD7C-932472007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35F9AE9-7188-485A-A97B-C0029D7D1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8850D7-B21E-42E5-855F-3302CA963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B7534B-3A8C-46C6-B115-7471C538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0EA0D7-CA91-4565-AF1D-D3D9235D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60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A6E753-14F0-449F-A9B0-D3F804C5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41C949-3E9D-45E0-84A8-32C17D64F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CC0CB1-E538-491C-A3B5-95030F01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887A4E-899F-40E9-BCE6-1BC4B2E5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3039B0-2763-4990-AA22-62757656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BB6775-44B4-4CD3-945B-FFF15883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417CEC-71CE-4AF3-8A29-843FCE4D1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14EF70-B387-4C3E-824F-20508FFD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5E8BB7-FAEA-411D-BE0D-8377158D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0BE8F8-D2A0-46D3-9ECC-5DC65FA0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7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570E77-9372-42B3-950D-572C3EE8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7D49B2-9214-4441-807D-4C8A0FE77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1171EB1-C22C-485C-A85C-14549699B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2B0FF41-F25E-4EC9-AB9C-13B7C961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9AC2B15-760C-40C2-A0B5-A2829E55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81C838E-4FFC-4CFE-80AE-23C14581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6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BBE3E-270C-4E8A-ADC4-8BA1692A8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0A9F9D6-5C64-4C9B-9F9D-C929CDC3A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F11DFBC-5966-41DC-9D2F-7EE4FDDC2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ECB2D64-C7EF-4CEC-B001-333CCF06B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9FD4A1A-8D3A-4A79-BC5B-0259118F5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AB9083E-E785-4F37-B99D-4B312833A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600C6A0-56E8-476E-A591-FBC6E074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B9D828F-8FF1-40ED-86D0-7D808BDD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1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AAD981-1F8A-465D-A1CA-99C3C467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968F360-546D-427B-8FED-E7EA042D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16E31EF-943A-483B-B325-39470870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06CCB4E-BFB6-4366-83CD-543715B6E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42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1CFD487-B08E-420C-B4CA-CB7699ED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B4A3DC2-C614-4BB6-BCF7-A13F3292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EE15456-D3F1-4744-A8F5-D23FC3DC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33F752-DED9-4D53-80F5-38A4C01C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9047CD-2279-43BF-AEC4-CE11DE0B8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F08A5B9-051F-4D8E-B969-5DE2356FA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12BF53C-D483-4CC6-8B82-205E9B0A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F8D6DDA-9987-4B7F-9ED8-E2A057DD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7F71903-2291-4024-9C49-5A8377E0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7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223D41-CDC6-4A59-A7A7-8773EEE3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E43A5F1-4DBF-4E0C-891A-BD37CED17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4DE6C26-8ADB-4DA8-BD18-3714A7F60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3AD769-6066-4C11-8B6B-3BD82538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63E3C89-AC70-4A92-AA68-C96FEFFB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2A68B28-015B-4339-91DC-5712D82D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2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889952-1466-43CE-983B-342E3857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1253382-FB75-4D10-80A6-E3B42D66B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BC37AE-5C76-424B-A769-2331308E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B25E97-F3B2-4211-88DA-9012AAF2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A97520-F84E-4954-8B5C-46B9FA48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3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2DA4D73-512A-4E7A-9EE0-B429BFC2B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4971B25-D286-4CDF-B781-2BEE40ECF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95DF33-A6FE-49D8-BE43-49108ED05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864F4A-B154-4167-B924-06CA37C5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FE39AD-5CD1-4504-B2EF-270CFBEF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D270F3-9E72-4354-ACD2-B2ECE693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261D584-763A-499F-8656-753FC4A2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FB43E0-A59D-46F7-AA88-C4EDF9386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38B3C-3CE2-42DC-8866-1C4960DA02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C61A43-F981-44DA-91D1-C082DBA1D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899ED-AFC7-4DF5-9B8E-BD16D2C88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D2416-3BEF-4A7A-80AB-2DF78BD0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3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8A1D65-1136-4BBB-88FF-8ED6AAE1E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446AA81-B1AF-4871-982E-D00E690CD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6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7016B3-95B5-42F4-9820-E87914BA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54A769-14D7-480C-B6CA-C9B2B1227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 you know, every variable is a memory location and every memory location has its address defined which can be accessed using ampersand (&amp;) operator, which denotes an address in memory.</a:t>
            </a:r>
          </a:p>
          <a:p>
            <a:r>
              <a:rPr lang="en-US" sz="3600" dirty="0"/>
              <a:t> Consider the following example, which prints the address of the variables defined −</a:t>
            </a:r>
          </a:p>
        </p:txBody>
      </p:sp>
    </p:spTree>
    <p:extLst>
      <p:ext uri="{BB962C8B-B14F-4D97-AF65-F5344CB8AC3E}">
        <p14:creationId xmlns:p14="http://schemas.microsoft.com/office/powerpoint/2010/main" val="35756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643C21-5E03-4484-B5FB-6377F8268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Program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CC3AE9-FE77-46E0-893A-513A7FD2A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 var1;</a:t>
            </a:r>
          </a:p>
          <a:p>
            <a:pPr marL="0" indent="0">
              <a:buNone/>
            </a:pPr>
            <a:r>
              <a:rPr lang="en-US" dirty="0"/>
              <a:t>   char var2[10];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("Address of var1 variable: %x\n", &amp;var1  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("Address of var2 variable: %x\n", &amp;var2  );</a:t>
            </a:r>
          </a:p>
          <a:p>
            <a:pPr marL="0" indent="0">
              <a:buNone/>
            </a:pPr>
            <a:r>
              <a:rPr lang="en-US" dirty="0"/>
              <a:t>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5B1C02-52E0-40A2-863B-8C56F294CB9D}"/>
              </a:ext>
            </a:extLst>
          </p:cNvPr>
          <p:cNvSpPr txBox="1"/>
          <p:nvPr/>
        </p:nvSpPr>
        <p:spPr>
          <a:xfrm>
            <a:off x="7765366" y="5253633"/>
            <a:ext cx="3391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Address of var1 variable: bff5a400</a:t>
            </a:r>
          </a:p>
          <a:p>
            <a:r>
              <a:rPr lang="en-US" dirty="0"/>
              <a:t>Address of var2 variable: bff5a3f6</a:t>
            </a:r>
          </a:p>
        </p:txBody>
      </p:sp>
    </p:spTree>
    <p:extLst>
      <p:ext uri="{BB962C8B-B14F-4D97-AF65-F5344CB8AC3E}">
        <p14:creationId xmlns:p14="http://schemas.microsoft.com/office/powerpoint/2010/main" val="406934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C632EF-13D6-4B9C-8E9E-C128D122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pointers essentially?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FB6D99-D498-4840-A5C5-E47FD319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pointer</a:t>
            </a:r>
            <a:r>
              <a:rPr lang="en-US" dirty="0"/>
              <a:t> is a variable whose value is the address of another variable, i.e., direct address of the memory location. </a:t>
            </a:r>
          </a:p>
          <a:p>
            <a:r>
              <a:rPr lang="en-US" dirty="0"/>
              <a:t>Like any variable or constant, you must declare a pointer before using it to store any variable address. The general form of a pointer variable declaration Is −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type *</a:t>
            </a:r>
            <a:r>
              <a:rPr lang="en-US" dirty="0" err="1">
                <a:solidFill>
                  <a:srgbClr val="FF0000"/>
                </a:solidFill>
              </a:rPr>
              <a:t>var</a:t>
            </a:r>
            <a:r>
              <a:rPr lang="en-US" dirty="0">
                <a:solidFill>
                  <a:srgbClr val="FF0000"/>
                </a:solidFill>
              </a:rPr>
              <a:t>-name;</a:t>
            </a:r>
          </a:p>
          <a:p>
            <a:r>
              <a:rPr lang="en-US" dirty="0"/>
              <a:t>Here, type is the pointer's base type; it must be a valid C data type and </a:t>
            </a:r>
            <a:r>
              <a:rPr lang="en-US" dirty="0" err="1"/>
              <a:t>var</a:t>
            </a:r>
            <a:r>
              <a:rPr lang="en-US" dirty="0"/>
              <a:t>-name is the name of the pointer variable.</a:t>
            </a:r>
          </a:p>
        </p:txBody>
      </p:sp>
    </p:spTree>
    <p:extLst>
      <p:ext uri="{BB962C8B-B14F-4D97-AF65-F5344CB8AC3E}">
        <p14:creationId xmlns:p14="http://schemas.microsoft.com/office/powerpoint/2010/main" val="322926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ED1AAF-AA28-4DE6-99E4-306B5CFC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pointer declarations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905A1A-F421-4C5D-8E86-FE08EFDBB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   *</a:t>
            </a:r>
            <a:r>
              <a:rPr lang="en-US" dirty="0" err="1"/>
              <a:t>ip</a:t>
            </a:r>
            <a:r>
              <a:rPr lang="en-US" dirty="0"/>
              <a:t>;    /* pointer to an integer */</a:t>
            </a:r>
          </a:p>
          <a:p>
            <a:r>
              <a:rPr lang="en-US" dirty="0"/>
              <a:t>double *</a:t>
            </a:r>
            <a:r>
              <a:rPr lang="en-US" dirty="0" err="1"/>
              <a:t>dp</a:t>
            </a:r>
            <a:r>
              <a:rPr lang="en-US" dirty="0"/>
              <a:t>;    /* pointer to a double */</a:t>
            </a:r>
          </a:p>
          <a:p>
            <a:r>
              <a:rPr lang="en-US" dirty="0"/>
              <a:t>float  *</a:t>
            </a:r>
            <a:r>
              <a:rPr lang="en-US" dirty="0" err="1"/>
              <a:t>fp</a:t>
            </a:r>
            <a:r>
              <a:rPr lang="en-US" dirty="0"/>
              <a:t>;    /* pointer to a float */</a:t>
            </a:r>
          </a:p>
          <a:p>
            <a:r>
              <a:rPr lang="en-US" dirty="0"/>
              <a:t>char   *</a:t>
            </a:r>
            <a:r>
              <a:rPr lang="en-US" dirty="0" err="1"/>
              <a:t>ch</a:t>
            </a:r>
            <a:r>
              <a:rPr lang="en-US" dirty="0"/>
              <a:t>     /* pointer to a character */</a:t>
            </a:r>
          </a:p>
        </p:txBody>
      </p:sp>
    </p:spTree>
    <p:extLst>
      <p:ext uri="{BB962C8B-B14F-4D97-AF65-F5344CB8AC3E}">
        <p14:creationId xmlns:p14="http://schemas.microsoft.com/office/powerpoint/2010/main" val="292158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54EDBB-812B-45A0-B2F7-F4DE3AF9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Pointers?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80171F-B8BE-4526-AB88-5DA0DF56B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few important operations, which we will do with the help of pointers very frequently. </a:t>
            </a:r>
          </a:p>
          <a:p>
            <a:r>
              <a:rPr lang="en-US" b="1" dirty="0"/>
              <a:t>(a)</a:t>
            </a:r>
            <a:r>
              <a:rPr lang="en-US" dirty="0"/>
              <a:t> We define a pointer variable, </a:t>
            </a:r>
          </a:p>
          <a:p>
            <a:r>
              <a:rPr lang="en-US" b="1" dirty="0"/>
              <a:t>(b)</a:t>
            </a:r>
            <a:r>
              <a:rPr lang="en-US" dirty="0"/>
              <a:t> assign the address of a variable to a pointer and </a:t>
            </a:r>
          </a:p>
          <a:p>
            <a:r>
              <a:rPr lang="en-US" b="1" dirty="0"/>
              <a:t>(c)</a:t>
            </a:r>
            <a:r>
              <a:rPr lang="en-US" dirty="0"/>
              <a:t> finally access the value at the address available in the pointer variable.</a:t>
            </a:r>
          </a:p>
        </p:txBody>
      </p:sp>
    </p:spTree>
    <p:extLst>
      <p:ext uri="{BB962C8B-B14F-4D97-AF65-F5344CB8AC3E}">
        <p14:creationId xmlns:p14="http://schemas.microsoft.com/office/powerpoint/2010/main" val="146368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3BB8E7-B15C-4CF3-8C68-0FAD41FA3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7963"/>
            <a:ext cx="7405468" cy="576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var</a:t>
            </a:r>
            <a:r>
              <a:rPr lang="en-US" dirty="0"/>
              <a:t> = 20;   /* actual variable declaration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 *</a:t>
            </a:r>
            <a:r>
              <a:rPr lang="en-US" dirty="0" err="1"/>
              <a:t>ip</a:t>
            </a:r>
            <a:r>
              <a:rPr lang="en-US" dirty="0"/>
              <a:t>;        /* pointer variable declaration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ip</a:t>
            </a:r>
            <a:r>
              <a:rPr lang="en-US" dirty="0"/>
              <a:t> = &amp;</a:t>
            </a:r>
            <a:r>
              <a:rPr lang="en-US" dirty="0" err="1"/>
              <a:t>var</a:t>
            </a:r>
            <a:r>
              <a:rPr lang="en-US" dirty="0"/>
              <a:t>;  /* store address of </a:t>
            </a:r>
            <a:r>
              <a:rPr lang="en-US" dirty="0" err="1"/>
              <a:t>var</a:t>
            </a:r>
            <a:r>
              <a:rPr lang="en-US" dirty="0"/>
              <a:t> in pointer variable*/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("Address of </a:t>
            </a:r>
            <a:r>
              <a:rPr lang="en-US" dirty="0" err="1"/>
              <a:t>var</a:t>
            </a:r>
            <a:r>
              <a:rPr lang="en-US" dirty="0"/>
              <a:t> variable: %x\n", &amp;</a:t>
            </a:r>
            <a:r>
              <a:rPr lang="en-US" dirty="0" err="1"/>
              <a:t>var</a:t>
            </a:r>
            <a:r>
              <a:rPr lang="en-US" dirty="0"/>
              <a:t>  );</a:t>
            </a:r>
          </a:p>
          <a:p>
            <a:pPr marL="0" indent="0">
              <a:buNone/>
            </a:pPr>
            <a:r>
              <a:rPr lang="en-US" dirty="0"/>
              <a:t>   /* address stored in pointer variable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("Address stored in </a:t>
            </a:r>
            <a:r>
              <a:rPr lang="en-US" dirty="0" err="1"/>
              <a:t>ip</a:t>
            </a:r>
            <a:r>
              <a:rPr lang="en-US" dirty="0"/>
              <a:t> variable: %x\n", </a:t>
            </a:r>
            <a:r>
              <a:rPr lang="en-US" dirty="0" err="1"/>
              <a:t>ip</a:t>
            </a:r>
            <a:r>
              <a:rPr lang="en-US" dirty="0"/>
              <a:t> );</a:t>
            </a:r>
          </a:p>
          <a:p>
            <a:pPr marL="0" indent="0">
              <a:buNone/>
            </a:pPr>
            <a:r>
              <a:rPr lang="en-US" dirty="0"/>
              <a:t>   /* access the value using the pointer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("Value of *</a:t>
            </a:r>
            <a:r>
              <a:rPr lang="en-US" dirty="0" err="1"/>
              <a:t>ip</a:t>
            </a:r>
            <a:r>
              <a:rPr lang="en-US" dirty="0"/>
              <a:t> variable: %d\n", *</a:t>
            </a:r>
            <a:r>
              <a:rPr lang="en-US" dirty="0" err="1"/>
              <a:t>ip</a:t>
            </a:r>
            <a:r>
              <a:rPr lang="en-US" dirty="0"/>
              <a:t> );</a:t>
            </a:r>
          </a:p>
          <a:p>
            <a:pPr marL="0" indent="0">
              <a:buNone/>
            </a:pPr>
            <a:r>
              <a:rPr lang="en-US" dirty="0"/>
              <a:t>   return 0;}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EFC034-0EF8-4331-9DCD-7DD959A61E3F}"/>
              </a:ext>
            </a:extLst>
          </p:cNvPr>
          <p:cNvSpPr txBox="1"/>
          <p:nvPr/>
        </p:nvSpPr>
        <p:spPr>
          <a:xfrm>
            <a:off x="8525022" y="590843"/>
            <a:ext cx="3179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Address of </a:t>
            </a:r>
            <a:r>
              <a:rPr lang="en-US" dirty="0" err="1"/>
              <a:t>var</a:t>
            </a:r>
            <a:r>
              <a:rPr lang="en-US" dirty="0"/>
              <a:t> variable: bffd8b3c</a:t>
            </a:r>
          </a:p>
          <a:p>
            <a:r>
              <a:rPr lang="en-US" dirty="0"/>
              <a:t>Address stored in </a:t>
            </a:r>
            <a:r>
              <a:rPr lang="en-US" dirty="0" err="1"/>
              <a:t>ip</a:t>
            </a:r>
            <a:r>
              <a:rPr lang="en-US" dirty="0"/>
              <a:t> variable: bffd8b3c</a:t>
            </a:r>
          </a:p>
          <a:p>
            <a:r>
              <a:rPr lang="en-US" dirty="0"/>
              <a:t>Value of *</a:t>
            </a:r>
            <a:r>
              <a:rPr lang="en-US" dirty="0" err="1"/>
              <a:t>ip</a:t>
            </a:r>
            <a:r>
              <a:rPr lang="en-US" dirty="0"/>
              <a:t> variable: 20</a:t>
            </a:r>
          </a:p>
        </p:txBody>
      </p:sp>
    </p:spTree>
    <p:extLst>
      <p:ext uri="{BB962C8B-B14F-4D97-AF65-F5344CB8AC3E}">
        <p14:creationId xmlns:p14="http://schemas.microsoft.com/office/powerpoint/2010/main" val="385980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4E52FE-F6C1-45FF-A8EF-7F653D9A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1AEB75-D0B0-4F3C-85EA-802651E9D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always a good practice to assign a NULL value to a pointer variable in case you do not have an exact address to be assigned. </a:t>
            </a:r>
          </a:p>
          <a:p>
            <a:r>
              <a:rPr lang="en-US" dirty="0"/>
              <a:t>This is done at the time of variable declaration. </a:t>
            </a:r>
          </a:p>
          <a:p>
            <a:r>
              <a:rPr lang="en-US" dirty="0"/>
              <a:t>A pointer that is assigned NULL is called a </a:t>
            </a:r>
            <a:r>
              <a:rPr lang="en-US" b="1" dirty="0" err="1"/>
              <a:t>null</a:t>
            </a:r>
            <a:r>
              <a:rPr lang="en-US" dirty="0" err="1"/>
              <a:t>pointer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 *</a:t>
            </a:r>
            <a:r>
              <a:rPr lang="en-US" dirty="0" err="1"/>
              <a:t>ptr</a:t>
            </a:r>
            <a:r>
              <a:rPr lang="en-US" dirty="0"/>
              <a:t> = NULL;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("The value of </a:t>
            </a:r>
            <a:r>
              <a:rPr lang="en-US" dirty="0" err="1"/>
              <a:t>ptr</a:t>
            </a:r>
            <a:r>
              <a:rPr lang="en-US" dirty="0"/>
              <a:t> is : %x\n", </a:t>
            </a:r>
            <a:r>
              <a:rPr lang="en-US" dirty="0" err="1"/>
              <a:t>ptr</a:t>
            </a:r>
            <a:r>
              <a:rPr lang="en-US" dirty="0"/>
              <a:t>  );</a:t>
            </a:r>
          </a:p>
          <a:p>
            <a:pPr marL="0" indent="0">
              <a:buNone/>
            </a:pPr>
            <a:r>
              <a:rPr lang="en-US" dirty="0"/>
              <a:t>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0DE5254-7D38-488B-AF25-0C02A6E0A401}"/>
              </a:ext>
            </a:extLst>
          </p:cNvPr>
          <p:cNvSpPr txBox="1"/>
          <p:nvPr/>
        </p:nvSpPr>
        <p:spPr>
          <a:xfrm>
            <a:off x="7624689" y="5853797"/>
            <a:ext cx="4009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</a:t>
            </a:r>
          </a:p>
          <a:p>
            <a:r>
              <a:rPr lang="en-US" sz="2400" dirty="0"/>
              <a:t>The value of </a:t>
            </a:r>
            <a:r>
              <a:rPr lang="en-US" sz="2400" dirty="0" err="1"/>
              <a:t>ptr</a:t>
            </a:r>
            <a:r>
              <a:rPr lang="en-US" sz="2400" dirty="0"/>
              <a:t> is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DE4DB56-4E62-4BAC-90EC-842C65633832}"/>
              </a:ext>
            </a:extLst>
          </p:cNvPr>
          <p:cNvSpPr txBox="1"/>
          <p:nvPr/>
        </p:nvSpPr>
        <p:spPr>
          <a:xfrm>
            <a:off x="9101797" y="3601329"/>
            <a:ext cx="25321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check for a null pointer, you can use an 'if' statement as follows if(</a:t>
            </a:r>
            <a:r>
              <a:rPr lang="en-US" dirty="0" err="1"/>
              <a:t>ptr</a:t>
            </a:r>
            <a:r>
              <a:rPr lang="en-US" dirty="0"/>
              <a:t>)     /* succeeds if p is not null */</a:t>
            </a:r>
          </a:p>
          <a:p>
            <a:r>
              <a:rPr lang="en-US" dirty="0"/>
              <a:t>if(!</a:t>
            </a:r>
            <a:r>
              <a:rPr lang="en-US" dirty="0" err="1"/>
              <a:t>ptr</a:t>
            </a:r>
            <a:r>
              <a:rPr lang="en-US" dirty="0"/>
              <a:t>)    /* succeeds if p is null */</a:t>
            </a:r>
          </a:p>
        </p:txBody>
      </p:sp>
    </p:spTree>
    <p:extLst>
      <p:ext uri="{BB962C8B-B14F-4D97-AF65-F5344CB8AC3E}">
        <p14:creationId xmlns:p14="http://schemas.microsoft.com/office/powerpoint/2010/main" val="3389752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91EFA8-C48A-45F6-A652-003362E7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ACA16A-C607-4518-ACE5-C68FF031F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in c is an address, which is a numeric value. </a:t>
            </a:r>
          </a:p>
          <a:p>
            <a:r>
              <a:rPr lang="en-US" dirty="0"/>
              <a:t>Therefore, you can perform arithmetic operations on a pointer just as you can on a numeric value. </a:t>
            </a:r>
          </a:p>
          <a:p>
            <a:r>
              <a:rPr lang="en-US" dirty="0"/>
              <a:t>There are four arithmetic operators that can be used on pointers: ++, --, +, and -</a:t>
            </a:r>
          </a:p>
        </p:txBody>
      </p:sp>
    </p:spTree>
    <p:extLst>
      <p:ext uri="{BB962C8B-B14F-4D97-AF65-F5344CB8AC3E}">
        <p14:creationId xmlns:p14="http://schemas.microsoft.com/office/powerpoint/2010/main" val="130293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0B34C1-9CA9-4298-BAF6-CF04AAA5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Incrementing a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7B48C0-2F02-4622-A0F2-A87104AB8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MAX = 3;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var</a:t>
            </a:r>
            <a:r>
              <a:rPr lang="en-US" dirty="0"/>
              <a:t>[] = {10, 100, 200};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/* let us have array address in pointer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ptr</a:t>
            </a:r>
            <a:r>
              <a:rPr lang="en-US" dirty="0"/>
              <a:t> = </a:t>
            </a:r>
            <a:r>
              <a:rPr lang="en-US" dirty="0" err="1"/>
              <a:t>var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for (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MAX;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printf</a:t>
            </a:r>
            <a:r>
              <a:rPr lang="en-US" dirty="0"/>
              <a:t>("Address of </a:t>
            </a:r>
            <a:r>
              <a:rPr lang="en-US" dirty="0" err="1"/>
              <a:t>var</a:t>
            </a:r>
            <a:r>
              <a:rPr lang="en-US" dirty="0"/>
              <a:t>[%d] = %x\n",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ptr</a:t>
            </a:r>
            <a:r>
              <a:rPr lang="en-US" dirty="0"/>
              <a:t> );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printf</a:t>
            </a:r>
            <a:r>
              <a:rPr lang="en-US" dirty="0"/>
              <a:t>("Value of </a:t>
            </a:r>
            <a:r>
              <a:rPr lang="en-US" dirty="0" err="1"/>
              <a:t>var</a:t>
            </a:r>
            <a:r>
              <a:rPr lang="en-US" dirty="0"/>
              <a:t>[%d] = %d\n",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 );</a:t>
            </a:r>
          </a:p>
          <a:p>
            <a:pPr marL="0" indent="0">
              <a:buNone/>
            </a:pPr>
            <a:r>
              <a:rPr lang="en-US" dirty="0"/>
              <a:t>      /* move to the next location */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ptr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F258F97-075C-46F1-90D0-1CBE41B60F71}"/>
              </a:ext>
            </a:extLst>
          </p:cNvPr>
          <p:cNvSpPr txBox="1"/>
          <p:nvPr/>
        </p:nvSpPr>
        <p:spPr>
          <a:xfrm>
            <a:off x="8159262" y="4375052"/>
            <a:ext cx="31945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Output</a:t>
            </a:r>
          </a:p>
          <a:p>
            <a:r>
              <a:rPr lang="en-US" dirty="0"/>
              <a:t>Address of </a:t>
            </a:r>
            <a:r>
              <a:rPr lang="en-US" dirty="0" err="1"/>
              <a:t>var</a:t>
            </a:r>
            <a:r>
              <a:rPr lang="en-US" dirty="0"/>
              <a:t>[0] = bf882b30</a:t>
            </a:r>
          </a:p>
          <a:p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[0] = 10</a:t>
            </a:r>
          </a:p>
          <a:p>
            <a:r>
              <a:rPr lang="en-US" dirty="0"/>
              <a:t>Address of </a:t>
            </a:r>
            <a:r>
              <a:rPr lang="en-US" dirty="0" err="1"/>
              <a:t>var</a:t>
            </a:r>
            <a:r>
              <a:rPr lang="en-US" dirty="0"/>
              <a:t>[1] = bf882b34</a:t>
            </a:r>
          </a:p>
          <a:p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[1] = 100</a:t>
            </a:r>
          </a:p>
          <a:p>
            <a:r>
              <a:rPr lang="en-US" dirty="0"/>
              <a:t>Address of </a:t>
            </a:r>
            <a:r>
              <a:rPr lang="en-US" dirty="0" err="1"/>
              <a:t>var</a:t>
            </a:r>
            <a:r>
              <a:rPr lang="en-US" dirty="0"/>
              <a:t>[2] = bf882b38</a:t>
            </a:r>
          </a:p>
          <a:p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[2] = 200</a:t>
            </a:r>
          </a:p>
        </p:txBody>
      </p:sp>
    </p:spTree>
    <p:extLst>
      <p:ext uri="{BB962C8B-B14F-4D97-AF65-F5344CB8AC3E}">
        <p14:creationId xmlns:p14="http://schemas.microsoft.com/office/powerpoint/2010/main" val="158868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93AC57-022B-444C-A23D-44236606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Decrementing a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7756DC-3458-4A45-A929-E3BA86EA9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use the same program to do it</a:t>
            </a:r>
          </a:p>
        </p:txBody>
      </p:sp>
    </p:spTree>
    <p:extLst>
      <p:ext uri="{BB962C8B-B14F-4D97-AF65-F5344CB8AC3E}">
        <p14:creationId xmlns:p14="http://schemas.microsoft.com/office/powerpoint/2010/main" val="75306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7C698D-B275-45D2-AA12-2F461181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F1D99E-4D39-403A-A2D0-E72320FAD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Pointers may be compared by using relational operators, such as ==, &lt;, and &gt;. </a:t>
            </a:r>
          </a:p>
          <a:p>
            <a:r>
              <a:rPr lang="en-US" dirty="0"/>
              <a:t>If p1 and p2 point to variables that are related to each other, such as elements of the same array, then p1 and p2 can be meaningfully compared.</a:t>
            </a:r>
          </a:p>
        </p:txBody>
      </p:sp>
    </p:spTree>
    <p:extLst>
      <p:ext uri="{BB962C8B-B14F-4D97-AF65-F5344CB8AC3E}">
        <p14:creationId xmlns:p14="http://schemas.microsoft.com/office/powerpoint/2010/main" val="138801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38CCAE-3A40-42AF-B7F6-E01180C9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CDE0BA-E84F-45BB-A4E6-91862D5C9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may be a situation when we want to maintain an array, which can store pointers to an </a:t>
            </a:r>
            <a:r>
              <a:rPr lang="en-US" dirty="0" err="1"/>
              <a:t>int</a:t>
            </a:r>
            <a:r>
              <a:rPr lang="en-US" dirty="0"/>
              <a:t> or char or any other data type available. Following is the declaration of an array of pointers to an integer −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ptr</a:t>
            </a:r>
            <a:r>
              <a:rPr lang="en-US" dirty="0"/>
              <a:t>[MAX];</a:t>
            </a:r>
          </a:p>
        </p:txBody>
      </p:sp>
    </p:spTree>
    <p:extLst>
      <p:ext uri="{BB962C8B-B14F-4D97-AF65-F5344CB8AC3E}">
        <p14:creationId xmlns:p14="http://schemas.microsoft.com/office/powerpoint/2010/main" val="719447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0B8766-6CAF-465D-AF25-A8AE5E43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D6D509-075D-450F-A47F-D590AA8B7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MAX = 3;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var</a:t>
            </a:r>
            <a:r>
              <a:rPr lang="en-US" dirty="0"/>
              <a:t>[] = {10, 100, 200};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[MAX];</a:t>
            </a:r>
          </a:p>
          <a:p>
            <a:pPr marL="0" indent="0">
              <a:buNone/>
            </a:pPr>
            <a:r>
              <a:rPr lang="en-US" dirty="0"/>
              <a:t>   for (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MAX;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ptr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&amp;</a:t>
            </a:r>
            <a:r>
              <a:rPr lang="en-US" dirty="0" err="1"/>
              <a:t>var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/* assign the address of integer. */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for (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MAX;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printf</a:t>
            </a:r>
            <a:r>
              <a:rPr lang="en-US" dirty="0"/>
              <a:t>("Value of </a:t>
            </a:r>
            <a:r>
              <a:rPr lang="en-US" dirty="0" err="1"/>
              <a:t>var</a:t>
            </a:r>
            <a:r>
              <a:rPr lang="en-US" dirty="0"/>
              <a:t>[%d] = %d\n",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);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F8B9EB2-F0E2-4CF4-A1BE-1FCA625DA52E}"/>
              </a:ext>
            </a:extLst>
          </p:cNvPr>
          <p:cNvSpPr txBox="1"/>
          <p:nvPr/>
        </p:nvSpPr>
        <p:spPr>
          <a:xfrm>
            <a:off x="9129931" y="4164037"/>
            <a:ext cx="2813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Output</a:t>
            </a:r>
          </a:p>
          <a:p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[0] = 10</a:t>
            </a:r>
          </a:p>
          <a:p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[1] = 100</a:t>
            </a:r>
          </a:p>
          <a:p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[2] = 200</a:t>
            </a:r>
          </a:p>
        </p:txBody>
      </p:sp>
    </p:spTree>
    <p:extLst>
      <p:ext uri="{BB962C8B-B14F-4D97-AF65-F5344CB8AC3E}">
        <p14:creationId xmlns:p14="http://schemas.microsoft.com/office/powerpoint/2010/main" val="26456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BBD93E6361045BDDC16B9DEBC7DA6" ma:contentTypeVersion="7" ma:contentTypeDescription="Create a new document." ma:contentTypeScope="" ma:versionID="019a2df849b193964d642781844ddc49">
  <xsd:schema xmlns:xsd="http://www.w3.org/2001/XMLSchema" xmlns:xs="http://www.w3.org/2001/XMLSchema" xmlns:p="http://schemas.microsoft.com/office/2006/metadata/properties" xmlns:ns2="6d170bfe-e2e2-4142-83d5-a6ef40cb8c49" targetNamespace="http://schemas.microsoft.com/office/2006/metadata/properties" ma:root="true" ma:fieldsID="73f12641ada140efdfba7346b11223b3" ns2:_="">
    <xsd:import namespace="6d170bfe-e2e2-4142-83d5-a6ef40cb8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70bfe-e2e2-4142-83d5-a6ef40cb8c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81D77C-82A0-46A9-9937-9EE3F269E4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2DEE8F-E590-435E-8B00-352F74ECF1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170bfe-e2e2-4142-83d5-a6ef40cb8c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A05655-D43B-4A12-A5C6-9770AC670C2D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6d170bfe-e2e2-4142-83d5-a6ef40cb8c4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</TotalTime>
  <Words>846</Words>
  <Application>Microsoft Office PowerPoint</Application>
  <PresentationFormat>Custom</PresentationFormat>
  <Paragraphs>111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Pointers</vt:lpstr>
      <vt:lpstr>Pointers</vt:lpstr>
      <vt:lpstr>Pointers Program 1</vt:lpstr>
      <vt:lpstr>What are pointers essentially?</vt:lpstr>
      <vt:lpstr>Sample pointer declarations</vt:lpstr>
      <vt:lpstr>How to Use Pointers?</vt:lpstr>
      <vt:lpstr>PowerPoint Presentation</vt:lpstr>
      <vt:lpstr>NULL Pointers</vt:lpstr>
      <vt:lpstr>Pointer Arithmetic</vt:lpstr>
      <vt:lpstr>Incrementing a Pointer</vt:lpstr>
      <vt:lpstr>Decrementing a Pointer</vt:lpstr>
      <vt:lpstr>Pointer Comparisons</vt:lpstr>
      <vt:lpstr>Array of pointers</vt:lpstr>
      <vt:lpstr>Array of Pointers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</dc:title>
  <dc:creator>Windows User</dc:creator>
  <cp:lastModifiedBy>Radha Ranganathan</cp:lastModifiedBy>
  <cp:revision>19</cp:revision>
  <dcterms:created xsi:type="dcterms:W3CDTF">2017-12-19T05:30:32Z</dcterms:created>
  <dcterms:modified xsi:type="dcterms:W3CDTF">2026-01-17T03:49:20Z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0x010100954BBD93E6361045BDDC16B9DEBC7DA6</vt:lpwstr>
  </property>
</Properties>
</file>